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780ef521484036" /><Relationship Type="http://schemas.openxmlformats.org/officeDocument/2006/relationships/extended-properties" Target="/docProps/app.xml" Id="Rb624d12128cd4707" /><Relationship Type="http://schemas.openxmlformats.org/officeDocument/2006/relationships/officeDocument" Target="/ppt/presentation.xml" Id="Rca264de8017d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d1f5507d24b45"/>
  </p:sldMasterIdLst>
  <p:notesMasterIdLst>
    <p:notesMasterId xmlns:r="http://schemas.openxmlformats.org/officeDocument/2006/relationships" r:id="Rfbb36438e2864c5e"/>
  </p:notesMasterIdLst>
  <p:sldIdLst>
    <p:sldId xmlns:r="http://schemas.openxmlformats.org/officeDocument/2006/relationships" id="256" r:id="R52e4bcb21bb145a1"/>
    <p:sldId xmlns:r="http://schemas.openxmlformats.org/officeDocument/2006/relationships" id="257" r:id="R99436849569042ee"/>
    <p:sldId xmlns:r="http://schemas.openxmlformats.org/officeDocument/2006/relationships" id="258" r:id="Ra383bcf42eb444e5"/>
    <p:sldId xmlns:r="http://schemas.openxmlformats.org/officeDocument/2006/relationships" id="259" r:id="R8d52a1d060d446ec"/>
    <p:sldId xmlns:r="http://schemas.openxmlformats.org/officeDocument/2006/relationships" id="260" r:id="Ra420cb6118484041"/>
    <p:sldId xmlns:r="http://schemas.openxmlformats.org/officeDocument/2006/relationships" id="261" r:id="R6d801cae87da4ae7"/>
    <p:sldId xmlns:r="http://schemas.openxmlformats.org/officeDocument/2006/relationships" id="262" r:id="Rf9aa78e846db4f60"/>
    <p:sldId xmlns:r="http://schemas.openxmlformats.org/officeDocument/2006/relationships" id="263" r:id="R6330233d58704d9e"/>
    <p:sldId xmlns:r="http://schemas.openxmlformats.org/officeDocument/2006/relationships" id="264" r:id="R6f5b4ae3872e427f"/>
    <p:sldId xmlns:r="http://schemas.openxmlformats.org/officeDocument/2006/relationships" id="265" r:id="R1e706d0dc6c24c3b"/>
    <p:sldId xmlns:r="http://schemas.openxmlformats.org/officeDocument/2006/relationships" id="266" r:id="Rd0a6d2b19181495a"/>
    <p:sldId xmlns:r="http://schemas.openxmlformats.org/officeDocument/2006/relationships" id="267" r:id="R9eff6efb207848a2"/>
    <p:sldId xmlns:r="http://schemas.openxmlformats.org/officeDocument/2006/relationships" id="268" r:id="R9ffcff9bf29c41a4"/>
    <p:sldId xmlns:r="http://schemas.openxmlformats.org/officeDocument/2006/relationships" id="269" r:id="Rc24a9cd4b3d14b35"/>
    <p:sldId xmlns:r="http://schemas.openxmlformats.org/officeDocument/2006/relationships" id="270" r:id="R071c043e70f0456b"/>
    <p:sldId xmlns:r="http://schemas.openxmlformats.org/officeDocument/2006/relationships" id="271" r:id="Rf7201820970a4b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d1f5507d24b45" /><Relationship Type="http://schemas.openxmlformats.org/officeDocument/2006/relationships/theme" Target="/ppt/theme/theme1.xml" Id="R4c59a785d9b849b7" /><Relationship Type="http://schemas.openxmlformats.org/officeDocument/2006/relationships/notesMaster" Target="/ppt/notesMasters/notesMaster1.xml" Id="Rfbb36438e2864c5e" /><Relationship Type="http://schemas.openxmlformats.org/officeDocument/2006/relationships/presProps" Target="/ppt/presProps.xml" Id="R5cc36e3f2ee84586" /><Relationship Type="http://schemas.openxmlformats.org/officeDocument/2006/relationships/viewProps" Target="/ppt/viewProps.xml" Id="Re3d38d86c7b04bf4" /><Relationship Type="http://schemas.openxmlformats.org/officeDocument/2006/relationships/tableStyles" Target="/ppt/tableStyles.xml" Id="R9ea69452a832460e" /><Relationship Type="http://schemas.openxmlformats.org/officeDocument/2006/relationships/slide" Target="/ppt/slides/slide1.xml" Id="R52e4bcb21bb145a1" /><Relationship Type="http://schemas.openxmlformats.org/officeDocument/2006/relationships/slide" Target="/ppt/slides/slide2.xml" Id="R99436849569042ee" /><Relationship Type="http://schemas.openxmlformats.org/officeDocument/2006/relationships/slide" Target="/ppt/slides/slide3.xml" Id="Ra383bcf42eb444e5" /><Relationship Type="http://schemas.openxmlformats.org/officeDocument/2006/relationships/slide" Target="/ppt/slides/slide4.xml" Id="R8d52a1d060d446ec" /><Relationship Type="http://schemas.openxmlformats.org/officeDocument/2006/relationships/slide" Target="/ppt/slides/slide5.xml" Id="Ra420cb6118484041" /><Relationship Type="http://schemas.openxmlformats.org/officeDocument/2006/relationships/slide" Target="/ppt/slides/slide6.xml" Id="R6d801cae87da4ae7" /><Relationship Type="http://schemas.openxmlformats.org/officeDocument/2006/relationships/slide" Target="/ppt/slides/slide7.xml" Id="Rf9aa78e846db4f60" /><Relationship Type="http://schemas.openxmlformats.org/officeDocument/2006/relationships/slide" Target="/ppt/slides/slide8.xml" Id="R6330233d58704d9e" /><Relationship Type="http://schemas.openxmlformats.org/officeDocument/2006/relationships/slide" Target="/ppt/slides/slide9.xml" Id="R6f5b4ae3872e427f" /><Relationship Type="http://schemas.openxmlformats.org/officeDocument/2006/relationships/slide" Target="/ppt/slides/slide10.xml" Id="R1e706d0dc6c24c3b" /><Relationship Type="http://schemas.openxmlformats.org/officeDocument/2006/relationships/slide" Target="/ppt/slides/slide11.xml" Id="Rd0a6d2b19181495a" /><Relationship Type="http://schemas.openxmlformats.org/officeDocument/2006/relationships/slide" Target="/ppt/slides/slide12.xml" Id="R9eff6efb207848a2" /><Relationship Type="http://schemas.openxmlformats.org/officeDocument/2006/relationships/slide" Target="/ppt/slides/slide13.xml" Id="R9ffcff9bf29c41a4" /><Relationship Type="http://schemas.openxmlformats.org/officeDocument/2006/relationships/slide" Target="/ppt/slides/slide14.xml" Id="Rc24a9cd4b3d14b35" /><Relationship Type="http://schemas.openxmlformats.org/officeDocument/2006/relationships/slide" Target="/ppt/slides/slide15.xml" Id="R071c043e70f0456b" /><Relationship Type="http://schemas.openxmlformats.org/officeDocument/2006/relationships/slide" Target="/ppt/slides/slide16.xml" Id="Rf7201820970a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5cc0534c0a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711cb515c4de7" /><Relationship Type="http://schemas.openxmlformats.org/officeDocument/2006/relationships/notesMaster" Target="/ppt/notesMasters/notesMaster1.xml" Id="R6caba76890ff4e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53d69a0d4f4233" /><Relationship Type="http://schemas.openxmlformats.org/officeDocument/2006/relationships/notesMaster" Target="/ppt/notesMasters/notesMaster1.xml" Id="Rc6a95af45644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81dd17b0e4fe7" /><Relationship Type="http://schemas.openxmlformats.org/officeDocument/2006/relationships/notesMaster" Target="/ppt/notesMasters/notesMaster1.xml" Id="Rc68ea0c375e2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8d2c408ef44aa" /><Relationship Type="http://schemas.openxmlformats.org/officeDocument/2006/relationships/notesMaster" Target="/ppt/notesMasters/notesMaster1.xml" Id="R931f8c5f2c354e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f63de678814a57" /><Relationship Type="http://schemas.openxmlformats.org/officeDocument/2006/relationships/notesMaster" Target="/ppt/notesMasters/notesMaster1.xml" Id="R501716b018ad4c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8ada2dfaa04409" /><Relationship Type="http://schemas.openxmlformats.org/officeDocument/2006/relationships/notesMaster" Target="/ppt/notesMasters/notesMaster1.xml" Id="R803f457c294b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3237bbaed4418c" /><Relationship Type="http://schemas.openxmlformats.org/officeDocument/2006/relationships/notesMaster" Target="/ppt/notesMasters/notesMaster1.xml" Id="R8e487e4651604f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e175376a974bd1" /><Relationship Type="http://schemas.openxmlformats.org/officeDocument/2006/relationships/notesMaster" Target="/ppt/notesMasters/notesMaster1.xml" Id="R835f7885355f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49bee3c094379" /><Relationship Type="http://schemas.openxmlformats.org/officeDocument/2006/relationships/notesMaster" Target="/ppt/notesMasters/notesMaster1.xml" Id="R092b6a34aba0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60f964e8374f6b" /><Relationship Type="http://schemas.openxmlformats.org/officeDocument/2006/relationships/notesMaster" Target="/ppt/notesMasters/notesMaster1.xml" Id="R1d9a1a57849345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64ba0ac19141cc" /><Relationship Type="http://schemas.openxmlformats.org/officeDocument/2006/relationships/notesMaster" Target="/ppt/notesMasters/notesMaster1.xml" Id="Ra51c743f793d4e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92db0faf844baf" /><Relationship Type="http://schemas.openxmlformats.org/officeDocument/2006/relationships/notesMaster" Target="/ppt/notesMasters/notesMaster1.xml" Id="R3e69e04f602843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f43125f93b45c4" /><Relationship Type="http://schemas.openxmlformats.org/officeDocument/2006/relationships/notesMaster" Target="/ppt/notesMasters/notesMaster1.xml" Id="R6462abc6711447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3f96cad4ee4aa1" /><Relationship Type="http://schemas.openxmlformats.org/officeDocument/2006/relationships/notesMaster" Target="/ppt/notesMasters/notesMaster1.xml" Id="R028f6b9e98d64d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91cfd7b5e842ca" /><Relationship Type="http://schemas.openxmlformats.org/officeDocument/2006/relationships/notesMaster" Target="/ppt/notesMasters/notesMaster1.xml" Id="R6dbebb5c04224d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ecfc3cc11a4a5b" /><Relationship Type="http://schemas.openxmlformats.org/officeDocument/2006/relationships/notesMaster" Target="/ppt/notesMasters/notesMaster1.xml" Id="Rb5014a00155e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aecc00ef14f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90d2037df14b59" /><Relationship Type="http://schemas.openxmlformats.org/officeDocument/2006/relationships/slideLayout" Target="/ppt/slideLayouts/slideLayout2.xml" Id="Rd24c905cfc8d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c905cfc8d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2500ee29704bf6" /><Relationship Type="http://schemas.openxmlformats.org/officeDocument/2006/relationships/notesSlide" Target="/ppt/notesSlides/notesSlide1.xml" Id="Rb7ccf9a9a8b7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ab06041c6b43c1" /><Relationship Type="http://schemas.openxmlformats.org/officeDocument/2006/relationships/notesSlide" Target="/ppt/notesSlides/notesSlide2.xml" Id="Rf3ee5caff54d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1bcff71f89417f" /><Relationship Type="http://schemas.openxmlformats.org/officeDocument/2006/relationships/notesSlide" Target="/ppt/notesSlides/notesSlide3.xml" Id="R67c15557f55d49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6c857ee7347dd" /><Relationship Type="http://schemas.openxmlformats.org/officeDocument/2006/relationships/notesSlide" Target="/ppt/notesSlides/notesSlide4.xml" Id="R6ab83fb6350d41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3ef3c84194fac" /><Relationship Type="http://schemas.openxmlformats.org/officeDocument/2006/relationships/notesSlide" Target="/ppt/notesSlides/notesSlide5.xml" Id="R62f4cddbd402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2e8096854a40ee" /><Relationship Type="http://schemas.openxmlformats.org/officeDocument/2006/relationships/notesSlide" Target="/ppt/notesSlides/notesSlide6.xml" Id="Rf030d8d3dcab4f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bb3e3f8c140d6" /><Relationship Type="http://schemas.openxmlformats.org/officeDocument/2006/relationships/notesSlide" Target="/ppt/notesSlides/notesSlide7.xml" Id="R8873bbc31e6242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2a3a50df4d48f2" /><Relationship Type="http://schemas.openxmlformats.org/officeDocument/2006/relationships/notesSlide" Target="/ppt/notesSlides/notesSlide8.xml" Id="Rf576b34e81eb4e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c1f81596c4a85" /><Relationship Type="http://schemas.openxmlformats.org/officeDocument/2006/relationships/notesSlide" Target="/ppt/notesSlides/notesSlide9.xml" Id="Re12d7c2bf87148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878ee0f1f41c4" /><Relationship Type="http://schemas.openxmlformats.org/officeDocument/2006/relationships/notesSlide" Target="/ppt/notesSlides/notesSlide10.xml" Id="R588d2f6fae41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177b8bbfa41fc" /><Relationship Type="http://schemas.openxmlformats.org/officeDocument/2006/relationships/notesSlide" Target="/ppt/notesSlides/notesSlide11.xml" Id="Rcb4ad8a7d56f41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13d55a7494b5f" /><Relationship Type="http://schemas.openxmlformats.org/officeDocument/2006/relationships/notesSlide" Target="/ppt/notesSlides/notesSlide12.xml" Id="R87fdf1061a2d4c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d4adf13f84152" /><Relationship Type="http://schemas.openxmlformats.org/officeDocument/2006/relationships/notesSlide" Target="/ppt/notesSlides/notesSlide13.xml" Id="Re814670bc56145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1196aac4b4cfe" /><Relationship Type="http://schemas.openxmlformats.org/officeDocument/2006/relationships/notesSlide" Target="/ppt/notesSlides/notesSlide14.xml" Id="Rf36e919c979b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e5c756faf64008" /><Relationship Type="http://schemas.openxmlformats.org/officeDocument/2006/relationships/notesSlide" Target="/ppt/notesSlides/notesSlide15.xml" Id="Rbc12317977684a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23c1dc95f74771" /><Relationship Type="http://schemas.openxmlformats.org/officeDocument/2006/relationships/notesSlide" Target="/ppt/notesSlides/notesSlide16.xml" Id="R60ce59f5612448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88BF4-EF6C-41CC-8177-E1377CF6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6F72D-BC18-481F-9F31-83C9B7C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FDDC7-30B9-4F20-9F71-1AA40A8D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3263A-1A57-4BE7-BFB1-80BD4E2D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项目汇报增强版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97EE-3465-41A1-890E-E08F52A3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24D337-3B45-4457-A040-90C8A67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3CA6DD-E37E-4760-A22A-31056844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PROJECT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E71A8-7ED2-4BA8-AC2A-9BB68B9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52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CNN-FPGA 自适应 GKP 纠错：从漂移问题到受控工程验证链路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2ABA3-19B8-472C-B69F-1D0C4C2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汇报重点：项目推进过程、阶段性数据成果、当前可信边界、后续工程补强与论文路线。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E5887-BC79-4747-A768-55B52D4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058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A97DB-4081-452B-A417-2BF4D19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2FD55-E350-4C18-B61A-2AB5FF1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Phase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27C8B-FF87-4B70-A7C6-E442F59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4DA1C-6C0F-43BE-AF32-97F511F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909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Controlled Development / 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9E853-CB90-4A4E-AD1B-E1943FD5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8B3BA-B5E8-474C-AEE3-CCEA618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P0-P4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A0223-D043-49AC-A103-B369ADC1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已形成主线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7D9BC-B940-49B0-84DF-5EEBB5F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909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漂移验证 -&gt; CNN -&gt; HIL -&gt;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23C7C-B494-4813-8C0B-A9265BBE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3AB7-B983-482E-9D6D-1A6AB7C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21921-7F4F-4618-8ECB-17337736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194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P1 R2_mean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04A15-66FA-47EB-9623-B2230B9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909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float Tiny-CNN 回归证据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9FE2A-4A40-4E6A-93B2-4B3654B7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D14D6-A526-4D8D-9858-3E3FDAF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F5182-CE2C-482A-AE2E-B7B0CD5E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194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当前 HIL 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45B87-D308-4459-BDCB-072DF57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09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软件 HIL，非真板完成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AA090-5C72-4773-BC80-3DC94958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B9917-6BAC-4BE1-A3AC-0B64F53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fast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970666-4D90-423B-8800-6E3C15B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DABDA-108A-433F-981B-438B0E3A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244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slow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39984-FB47-4354-921B-09FE2BA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C80A4-7169-47DE-9548-DF3ECCB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244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teacher residual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F9026-A155-499F-A4CD-47DD948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95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E1788-AD7E-4E16-887D-32093763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Param bank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191646-54DF-4095-A903-4B9E72EC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C5D68-D60F-41C9-938D-0D08F60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244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software HIL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E89C4-DDB8-4D4C-BD30-40F91463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口径提醒：本增强版使用项目进展图作为讲述素材，但当前事实以 task board / handoff 为准。</a:t>
            </a:r>
          </a:p>
        </p:txBody>
      </p:sp>
    </p:spTree>
    <p:extLst>
      <p:ext uri="{BB962C8B-B14F-4D97-AF65-F5344CB8AC3E}">
        <p14:creationId xmlns:p14="http://schemas.microsoft.com/office/powerpoint/2010/main" val="1315208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9B24C-CA92-42B5-A60F-CC7E265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3C279-BCEC-4A44-B199-4606E36B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86A5-68EF-4149-84BA-F39CF036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F957F-5CF0-4E8E-ACF2-3C99CF4D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D6E5E-FEF4-4AB9-B281-EB9980E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E41B74-AB31-4AD8-9924-6AEFDDC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114D10-D8B6-48A7-8B04-FDD72A07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DAD1-5FD2-4009-A872-6AF599F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GKP 纠错的核心困难不是一次噪声，而是参数随时间漂移。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4B6C-846B-4303-97E1-B78BB74D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固定译码器默认噪声统计稳定；实际链路中 sigma、mu_q/mu_p、theta 会缓慢或突变漂移，导致原本合适的 K,b 逐渐失配。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C144F-46E5-4E9E-B404-A201548E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81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BEC17-77C4-44E9-9DF0-57ACA59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漂移变量如何影响译码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9D4E-C1C9-45D1-AD70-FBDE7B80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E0402-9671-46CA-AA42-EE810884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D2C18-D576-4858-8B33-3F889B41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BA868-1376-49FC-A0C8-845E00FE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432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D2575-42F7-49DF-9410-5841301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A0250-2EB0-4FA6-BB6F-58A2A7B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242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6841B-6C9C-40B9-86F5-17CC1823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57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54CE4-FE4B-42E5-BE99-49F9C89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242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噪声尺度变化，影响 syndrome 分布宽度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C423C-74FC-47B0-8168-1E704CC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1302D-3D91-44C5-BC50-BB1F728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mu_q / mu_p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488B1-9342-441D-A6B7-69B12C4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32C66-CA82-4D18-952C-ED7A4653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q/p 方向偏置，影响残差修正中心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A9F47D-4763-469D-BFA8-15CF7A1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87FE8-5B4A-4793-9624-C0670F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862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theta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35602-CA5E-4A73-BA9A-EA35AE9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19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E2466-8C33-466B-9C8C-4BF19A7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862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旋转/耦合漂移，使两个象限相关性改变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27BDB-EFAD-4658-BB90-86D3A08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C17D9-11A4-4EEC-BEAA-E33C829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672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K,b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1B692-8AAF-4648-B92F-1A322C6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005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E5425-FFF1-4371-8D0B-CFFEC4B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672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译码参数；一旦失配，LER 快速上升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0D11A2-D8A9-48EE-88DC-82A8264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457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C103A-D137-4377-8AC8-4B35978E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P0 给出的直接证据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1B9B0-A9E7-4589-BCF5-558F680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38BF8-1838-4BD3-86FF-13C26C2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scenario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36B581-EA02-4E61-9D9B-A4423108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A156B0-DEB7-4241-A8BA-D3C76EAA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F2F3C-9E48-44C1-A930-A8A8236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BF4D1-CC9B-481B-B7BC-95D877F1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43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simplified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EA6945-54C1-4643-A7C9-49CBA33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69542-08E5-4E29-8E3E-74C373B8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16AA69-055F-4E77-9DAC-9C981087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4B3D63-2C94-41E4-A96C-EDB3B71A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24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0.4237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5DF84D-E8BF-4D6F-A213-7336FB29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A2C5EE-3E1B-4185-9A37-9319B30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24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BF566A-5884-4EBA-B73F-386F242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412438-446F-4545-86FC-D51319F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step_mid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9249D3-E436-4613-9F1A-0DC2500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AD2D52-F29F-452E-9959-8852063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05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0.4267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ECC824-3740-4358-B105-E9072BC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DC9CBC-CF0E-40B6-8804-A28705C6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05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0.0186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8DF447-B07A-4659-8601-0C6FE5B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91153D-41D6-4C0B-9031-964A0E9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581C89-98D6-45DF-8E23-B233170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FA8DB1-8089-484F-92C7-5194E5DD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86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2CC51D-62A7-4D42-B63D-393E56E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9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2E68F7-4C92-4AA1-8E64-2FC85A48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86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0.0241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034E20-0EB8-4C49-80CC-22D22052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8771E8-325F-4859-9C34-5DC100B2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random_walk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9228EA-BFB7-40DE-A59C-9407623F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F970CB-5D52-4FDD-8A17-FDB65B2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67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0.4120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494586-4797-4005-86DE-12064A0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005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14DBC7-33DE-4E4B-AD44-0322B71B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67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0.0157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566AEF-FAAF-4CFA-BAED-B2B5CC22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10200"/>
            <a:ext cx="708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0628F8-DC8B-48E0-8F51-0613FE7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43550"/>
            <a:ext cx="678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汇报时的一句话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BC2FCC-9196-402F-B8A0-F21A2827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48350"/>
            <a:ext cx="678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如果不跟踪漂移，译码器会把“物理噪声变化”误当成“综合征随机波动”，因此需要慢回路估计并更新参数。</a:t>
            </a:r>
          </a:p>
        </p:txBody>
      </p:sp>
    </p:spTree>
    <p:extLst>
      <p:ext uri="{BB962C8B-B14F-4D97-AF65-F5344CB8AC3E}">
        <p14:creationId xmlns:p14="http://schemas.microsoft.com/office/powerpoint/2010/main" val="19818489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3CE3CA-48A0-4482-A45F-B4B1D19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1FC66-D190-4A28-BD5A-51126EA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0040F-30BD-4157-9BE3-8FBF4A1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ADF90-2B2A-4BC6-98D4-7B6923C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6F7BE-AD12-48D9-BFF3-750471E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9E42AB-00AA-4C69-9759-A158341B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794DFE-0FF9-45E6-B8CF-A22DEE1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C7FFE-A2B9-4AC2-8848-7538059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系统被拆成两条时间尺度不同、职责清楚的闭环。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8AEE5-5A65-48B4-AD39-ED60534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28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B08DF-1D4F-455C-A513-9C5B16FE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FAST LOOP / FPGA SIDE：5 us 级，不等待 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BDE7C-8265-406A-9F2A-1B76A939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3F91B-D245-47BA-B56F-50D2C03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syndrome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(s_q,s_p)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1DC0F-33F9-4DB5-93B9-3B23175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9941C-8768-450B-A317-5D346E66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62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2D6C6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32D6C6"/>
                </a:solidFill>
                <a:latin typeface="Consolas"/>
                <a:ea typeface="Consolas"/>
                <a:cs typeface="Consolas"/>
              </a:rPr>
              <a:t>Delta = K @ s +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202A3-EDDD-4AFB-A232-128CA52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03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A49FE-508F-40E6-9BAE-358EF85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955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histogram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32 x 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0399E-219D-454E-A0D2-D8EA869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827D0-D7B0-4544-9E1D-843D2FAA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active bank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K,b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86154-B166-49BA-8B5E-2499056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47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0659B-1B33-49A9-A385-A4A47E6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01DAF-E953-4B01-BCE2-BFE31B31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D664C-2FB6-4575-9628-E110C152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287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D6A0F-1265-4DD6-8127-61CFB9EA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SLOW LOOP / ARM + CNN SIDE：窗口统计、教师估计、参数提交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3A656-0E0D-4137-ADDA-075C6EE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6F0F5-B1E6-4079-99F7-EA215CE4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windowed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5101A-ADEC-4D21-A658-E604940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163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8A3AE-4389-4A88-8F9E-004CE482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WV / UKF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BA2BD-789E-4CC2-892A-2F00BFD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19650"/>
            <a:ext cx="163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27637E-BB57-4199-B4B2-005F86F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149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Tiny-CNN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17A48-59C2-4882-9D12-5328F0A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196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C9F8A-18CD-4326-870F-F9EB8C0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stage/commit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param bank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8E7198-891D-41E9-87F1-64D9CFD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768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7E8C0-CC66-4D75-85FC-9A5D6C4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C07073-7394-440C-8773-BCF6A14B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768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591307-74E2-4F0C-8947-262B0F2E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9650"/>
            <a:ext cx="19050" cy="-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738E13-9F93-4D5D-81A6-12388F45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3A5BC8-7AF6-4506-97EA-61DB1054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956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5 us fast budget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568EF8-7B6E-432A-BFF8-74094CA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68BC7-AB54-4371-80BD-617B5504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956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10-100 ms slow update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1E0602-1A3C-46F7-85F4-81223B4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讲法：FPGA 只做确定性、低延迟控制；CNN 不插入快路径，只在慢路径根据窗口统计更新下一批参数。</a:t>
            </a:r>
          </a:p>
        </p:txBody>
      </p:sp>
    </p:spTree>
    <p:extLst>
      <p:ext uri="{BB962C8B-B14F-4D97-AF65-F5344CB8AC3E}">
        <p14:creationId xmlns:p14="http://schemas.microsoft.com/office/powerpoint/2010/main" val="43422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4B97B-CC3E-4F79-B683-340E2860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6CE9A-896B-4537-B426-9A4BF77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BF890-26C6-44DD-95C3-0FA12161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1E2F-CE57-44E0-BABB-9B06F20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5DC5C-44E3-4675-9A3E-801AE9F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DECFD7-93C1-46FA-854B-87D8539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93210A-71D4-4881-A35A-227866EF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HIL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56A1D-108B-4116-B351-EACC737F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当前 HIL 验证的是软件闭环语义，不是真板完成态。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8ACE4-3EA2-4068-A638-C111EB37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drawio 里的 FPGA 仿真描述可以保留为工程解释，但必须把 backend 边界讲清楚。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AB5B5-3876-4A4C-8B64-4BB37D2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DFA8B-2BB4-4C94-A0A2-3C9861B1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MockFPGA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5443E-FA91-44FF-9480-22EBEE6C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AXI regs / DMA buffer</a:t>
            </a:r>
          </a:p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status bits / epoch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F134-3E50-4867-8F80-65C3C85E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E6CEA-4AC9-4332-96E0-33CCCD92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B129E-1399-4F2E-AD9E-0B54AFB5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00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26EF7-3863-42CF-A9BD-11CF142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622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5 us fast loop</a:t>
            </a:r>
          </a:p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window accumulate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FE2AC-4EDD-4545-A96C-332EF35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1021B-5405-41EF-A2F1-B382BC8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33794-4851-46B5-8D78-57AC6265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LatencyInjector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21725-FD8E-475E-B61C-BB25A1C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DMA / preprocess</a:t>
            </a:r>
          </a:p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infer / writeback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4EF86-2C71-4D82-8F31-06305E3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73299-94FF-4169-A704-A7EBFB6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1924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C72E7-5120-492F-B7D2-ED38A43D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ParamBank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9E2E7-03FF-499A-9892-749DF2AC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A/B bank</a:t>
            </a:r>
          </a:p>
          <a:p xmlns:a="http://schemas.openxmlformats.org/drawingml/2006/main">
            <a:pPr algn="l">
              <a:def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commit_if_ready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F7C46-148B-4EAE-AFAB-F3596FA4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343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02140-EE34-47A6-98AB-B2EDA9BB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已验证链路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80BFE-0180-433E-B2BF-9CB672EC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7E875-9556-466A-8910-91C36A4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backend = mock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6D7CC-89EE-47AF-9163-E910E84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2AB41-55C5-4A27-ADCC-65B4803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767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artifact_npz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4187A-BF40-415B-BCA1-9F40C579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BF8A9-48EA-4D6C-816F-AB029257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inproc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81025-477E-434B-9BDB-B428316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292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0C1349-031B-43CD-B4AD-D07108D9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5777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deterministic rerun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3B7B6C-A470-4902-9BC5-C64583AA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19550"/>
            <a:ext cx="4267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1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03412A-C060-467B-B698-B68D193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不能扩写成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30912-021B-42E7-AEA0-E9151C9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真板 HIL 已完成</a:t>
            </a:r>
          </a:p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.tflite runtime 已恢复</a:t>
            </a:r>
          </a:p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正式 frozen benchmark 已闭环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34E4F1-6596-4733-9B9E-DF2F7DC7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AA3843-D940-425F-87D4-933CB5AA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72150"/>
            <a:ext cx="693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边界句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6AB2AC-D68B-429E-AB64-8A049AC2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076950"/>
            <a:ext cx="693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P3 当前是 mock-backed software HIL recovery path；board_backend.py 仍是 placeholder 语义。</a:t>
            </a:r>
          </a:p>
        </p:txBody>
      </p:sp>
    </p:spTree>
    <p:extLst>
      <p:ext uri="{BB962C8B-B14F-4D97-AF65-F5344CB8AC3E}">
        <p14:creationId xmlns:p14="http://schemas.microsoft.com/office/powerpoint/2010/main" val="11211510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A67BD-8D15-4B59-9BAD-D340519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B7F83-B02B-4659-8907-B102A54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13C2F-7C59-4BFF-B725-1D5A5CB0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27EA7-F127-4589-9329-54BBFF3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8F5A8-C216-4E3A-B66B-5E963F9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B5E730-9666-4B69-9614-9421F778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C0CC6F-0FF8-4675-90BD-3187561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MODEL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E801B-4EB6-4400-9594-D03119A7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52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Tiny-CNN 不直接替代译码器，而是学习对教师参数的残差修正。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D4B58-2134-499B-8D9E-E91EDE1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B58C6-FD5B-49A7-BE5C-B9CC088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32 x 32</a:t>
            </a:r>
          </a:p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histogram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0D692-D3CC-42A3-8E23-B4A62ED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38350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09C43-DD99-4A3A-A508-C3CE0DB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conv + ReLU</a:t>
            </a:r>
          </a:p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AvgPool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40A9E-FC22-41F7-A5C5-0CCB01FF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38DB0-7B23-47B0-B1FD-D894928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FC hidden=32</a:t>
            </a:r>
          </a:p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FC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EF89F-82CC-4431-A1D3-17BA7C9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3ED37-208C-4468-8C30-4433F4C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Delta b_q, Delta b_p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A8447-8EAB-4687-8C7A-5EC5B08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6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B5B54-CCF7-4935-B6AB-7B69ACE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66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1D0F9-8CC6-4577-ADE9-68BEAD3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66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F4558-CE3E-4C33-A9F9-6110B3DC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667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A4AD3-36D0-4AFF-8A23-21AC316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ParamMapper 主线语义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DC064-8A06-488F-B5E0-7F2EB21E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D6C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2D6C6"/>
                </a:solidFill>
                <a:latin typeface="Consolas"/>
                <a:ea typeface="Consolas"/>
                <a:cs typeface="Consolas"/>
              </a:rPr>
              <a:t>K = C(C + R)^-1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95754-1F81-4E79-A7AF-8DA1F45D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D6C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32D6C6"/>
                </a:solidFill>
                <a:latin typeface="Consolas"/>
                <a:ea typeface="Consolas"/>
                <a:cs typeface="Consolas"/>
              </a:rPr>
              <a:t>b = (I - K) mu + residual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9773C-C2EF-4EC7-ACE9-0C1B0AED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核心是把 CNN 输出限制在可解释的参数更新位置，而不是端到端黑箱控制快回路。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83FE1-F66E-406E-B48E-2C7B93C0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3714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C12F5-2754-4FB2-A758-B813D606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C3D1B-46D2-414D-BC6D-42CF7E2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结构参数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0D857-A206-4AAD-B868-E326324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624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DF878-93B1-4A1B-82BE-7CFB27F7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290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默认值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8D055-9F4C-49DA-B4BE-B97A4F1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624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AB44A-6B0F-4CAB-BF63-741F96DE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290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B471F-C650-4A60-90ED-226995A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C811B-6A25-48D1-B2FD-3A788A0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529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conv_channels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C0371-6C22-4BA2-832F-A33E463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88B28-956F-4019-8850-90ADEF1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4B2694-386D-4FA3-A567-EE54FE0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86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E9F80-EF51-4ACA-B137-6E04CAC4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529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轻量特征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A0E3F0-B92A-4A6F-A8B2-CD9BE48E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D66384-B167-4A1C-8EDF-3BBB211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767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kernel_size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ECB7E0-A6B4-4A59-AF9B-C3DB8919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D50244-A0E9-4F9F-B65C-B2089117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767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887D9D-14EC-481C-A3E9-8078FB2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01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C928FA-D8C7-410F-A739-26C4047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767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局部统计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5E34BD-4599-45B6-8569-CD65317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0C7727-7B7A-4B31-A85D-47D72CE5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hidden_dim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A7E352-756D-4808-8186-BE09C30E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33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C58BF8-ECE7-4983-A2E0-2595EE2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00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BE8FF3-6C83-49FD-89CF-0DEA9F0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339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8604F0-A930-47F3-A036-D1E12B55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006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小模型部署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2835CD-00A6-40C8-9688-31318E7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762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22DF2F-1B58-40E0-AF0F-ED3AB6E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76900"/>
            <a:ext cx="731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讲法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5489E1-1D9F-4245-B7EF-B6DCD814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731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teacher 给出物理上合理的方向，CNN 学 residual-b 负责补偿 teacher 与真实漂移之间的系统偏差。</a:t>
            </a:r>
          </a:p>
        </p:txBody>
      </p:sp>
    </p:spTree>
    <p:extLst>
      <p:ext uri="{BB962C8B-B14F-4D97-AF65-F5344CB8AC3E}">
        <p14:creationId xmlns:p14="http://schemas.microsoft.com/office/powerpoint/2010/main" val="181232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CC8E69-FFA6-4B23-B440-6CDB1655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6039D-8D46-4B03-BEAD-1D547666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4DFA1-D61B-4B9C-9A11-44249A9D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48329-4F1F-4C48-8C2D-A6C6766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18E4A-692E-4F74-BBCB-D5BD8BE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58A772-8D96-4B32-B031-FF57DC8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353D7D-B28C-44CE-9A27-7E7350C2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PROJECT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7F20-4201-4690-93AC-BB2A8773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项目不是一次性跑通，而是按 P0-P4 分层验证可信度。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2DCBD-5BED-4740-8866-2C1D651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25AE8-1AA6-4658-8003-538D0A1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765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0682A-24C7-4A1C-922C-0DAA855E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问题成立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623F3-9D2D-4E60-ABF3-DF762B0A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漂移导致固定译码失配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D54DF-F76E-4526-A264-C8D9E0FB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52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A9DDF-0E8A-46F4-96BE-C5A7CB4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EE0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27DE9-025A-4ED4-A6A4-91DCA34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765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B1051-7996-4587-AA59-0B1FDD36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90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模型可学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2BF0D-E41E-4FA1-859E-DFE7CC03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337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Tiny-CNN 学参数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714E6-4915-4E7E-867E-904D076D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52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D9313-0F59-4C0F-A34C-FB7B6E7A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EE0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BA588-DA9F-4DA8-83DD-2BF2975B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765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D3258-715E-4BC7-B5CF-9C5ECF69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43069-53DC-4C16-90A9-E2E3D14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float/int8 与 bank 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2DE3A-F5B6-40E4-845E-147E423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52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682B2-EF6B-4C82-BB10-D40BC44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97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39ED3-8C96-438F-89D0-5BC1233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973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9734D"/>
                </a:solidFill>
                <a:latin typeface="Aptos Display"/>
                <a:ea typeface="Aptos Display"/>
                <a:cs typeface="Aptos Display"/>
              </a:rPr>
              <a:t>P3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1E0CD-0268-4821-9A29-95211846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90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HIL 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6AA01-1AF6-4686-8EAB-23CDC58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mock-backed 软件闭环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78FAF-B452-46C4-AF89-47C5475F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527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E6210-9BB3-4E6D-BDC7-7C98CBA8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2C1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E7BB7-7880-40FF-AE6A-F5061F91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rPr>
              <a:t>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E568F-B43F-4309-8517-80BFE3E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E7687B-1AF5-4D94-9456-D29DC8C5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历史正式结果 + 当前受控补证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5E1B5-95E3-4958-A278-073E3339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7DF8E-EE2B-4B3D-AD89-F7BC42F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五段式讲述法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801D71-169D-41AA-916A-F7D4946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958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DC3E7-CF18-4181-9813-AA0FBEF6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244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023760-2F52-4EC4-9F35-C46755F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4AE8BC-9AF5-442B-8185-EA0E30C6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244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022800-DEC6-4019-8871-158039B2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8E8C6E-1A9F-4573-8401-9A7EE93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244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执行逻辑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85100-6C2B-4CF9-BCD1-956C230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958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37F0F-D7B2-4667-8DC4-B9B3C6F4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数据结果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F4D924-4500-487A-80A1-0C3F11B5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95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8D707E-AE67-4F14-A390-B0EF960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244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意味着什么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7C62E5-CD73-4583-9B68-6332509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这套口径让评委先看到推进逻辑，再看每个阶段的数据证据，最后自然过渡到 Phase 2 的风险收口。</a:t>
            </a:r>
          </a:p>
        </p:txBody>
      </p:sp>
    </p:spTree>
    <p:extLst>
      <p:ext uri="{BB962C8B-B14F-4D97-AF65-F5344CB8AC3E}">
        <p14:creationId xmlns:p14="http://schemas.microsoft.com/office/powerpoint/2010/main" val="952777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F2D89-883C-4A3A-8390-59BC5F8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F373C-189B-4DFC-A471-CE5B4452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95A4-D162-4224-949A-8AD15A2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3CF2-11FE-4378-A95A-D0D8A614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F63DD-50CC-45E9-924F-6AF6652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499F24-20D4-4B99-AE93-FFDB063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63E5AF-9DD9-4D9D-96D6-6F0D188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2BABA-54A4-40C3-AA9A-85B56C4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先把名词讲清楚，后面的结果表就不难读。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0375C-BB67-408D-8993-0E642B49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38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17C9C-7F43-48F6-B08E-F6A205B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scenario：漂移模式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26AD1-719D-40CC-838C-F7DDCB71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1E6CF-E4DE-41B9-BDC0-80D3F5E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F219C-5E1C-4425-B0B3-B4299E18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F60E3-2E50-4478-A282-75BC6D41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507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A0625-8644-4D5B-ABD7-B18999B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63FA8-1BCB-4303-873E-BEFA938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60414-2BFB-4640-9432-C132BFED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098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9DE84-B13A-428B-AF86-EAD1D42B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缓慢线性漂移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0D0D5-78F7-4F2D-8E9D-50A1367B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E50D5-B733-4B53-A94A-97CF0B3F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step_mid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A273B-C2F1-462E-A3D2-29CACCAD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813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A616D-9E7E-4A99-B72F-DD97F70D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4802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中等阶跃漂移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23F4B-A100-416B-B1A7-1634D43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8CEF0-F425-4A00-857E-4395CF3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E83EB-3506-4734-B7F7-BCBEAF7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528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920C3-2CEF-4DA9-B676-FC2757C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19500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周期漂移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74D29-FBEC-406B-B118-05E8D7AE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49D61-1210-430F-8287-10B13D1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random_walk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0EFB5-A046-4EB9-A29D-868725A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243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CBCAA-E8E7-4654-9614-AD19173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9097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随机游走漂移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36F90-99BB-463D-868B-1F106669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F34D1-5B3F-4413-AF88-F49D971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mode：译码/更新策略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1A7F83-059C-460C-847F-E16AA54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5B08C1-D672-4A6C-9D1B-8F0B0CA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50B5E6-8D09-4C69-8670-C3F9A945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44474C-60E0-4541-903C-DB3A5CEB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0507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B4F59F-D1DF-465F-BAAB-AF75EE30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802D1-8479-4155-866F-30DBC5C2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76550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fixed_baseline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2E2A40-6CE4-4F15-8A41-4FC22E25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987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4111B8-A252-490C-A096-5566B1C9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固定参数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9D0A6-9609-4FB3-BCE7-E44AEA70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424D72-725B-49B1-A3C2-8A47C17C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4802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oracle_delayed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D7BBC7-9E50-4B8D-982C-841D27C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B5BD3D-4B3D-4589-B6FF-9140EAB1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4802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理想信息延迟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A7A8C2-A3A1-479A-9B42-F27AD8E9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528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425289-1F36-42B4-9255-488177C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19500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model_artifact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23AED6-04C0-4198-B50B-F0B7CD48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910A3A-0CC8-48DA-A14B-FF0DC71E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npz 模型产物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5127A1-BBFC-4269-9185-926AE447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CFE04F-678C-416E-8E2C-62789912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90975"/>
            <a:ext cx="127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int8_artifact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FA89ED-839B-47F5-A3E7-7F87F9E6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243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029BED-EE82-4821-B862-DEA6293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90975"/>
            <a:ext cx="1085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量化模型产物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3F6FFE-6E93-4B5E-B52C-F23AEA54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57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FBC124-FC59-419E-850A-F17D1DAB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HIL 关键词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4BAE4B-F038-4DDD-9022-8BBE0A48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95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940B81-5ED8-4968-BA35-219E06D8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800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commit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832695-4E42-43DD-B2BD-A08F03F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1047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A3D975-2752-4125-A330-9C7B74A4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05075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参数生效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E3E730-D8CD-449D-8D88-FCF4B35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95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DE73EF-A287-4A26-8A84-B086AC08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800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bank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08002D-A27E-48D0-92CB-0CA5643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1047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00084E-1DA0-4F66-83B3-520566F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A/B 参数槽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252CCF-384D-45FC-A18C-A04EF9E8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95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818807-69E7-4F5D-9B25-BDB03DC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48025"/>
            <a:ext cx="800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overflow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EDDC8C-E7F3-4676-9994-845D21F8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81350"/>
            <a:ext cx="1047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CBDD46-1C60-4EA4-AD80-A8AEA48E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48025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定点溢出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255176-A9BF-4FDD-98E4-DFA4D6AE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95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332B8C-5B58-4CC0-8962-CEBDA07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800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EKF/UKF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F52174-FF6E-4F85-8E13-C245AD1D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1047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C3C2C3-B32F-44C8-9E42-15C2205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滤波 baseline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5BDA7D-BABE-499C-958C-630EEE73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95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5F1F67-66BA-497D-9F66-C555C55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90975"/>
            <a:ext cx="800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EEA731-67FE-4FA6-9D30-01D6B39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24300"/>
            <a:ext cx="1047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1D8D34-9B56-45BF-ADC4-308CFAD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90975"/>
            <a:ext cx="89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 + residual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65F418-1705-40EE-84D9-3133B41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这页可以放在讲稿中作为“观众友好页”，也可以在正式汇报时快速带过。</a:t>
            </a:r>
          </a:p>
        </p:txBody>
      </p:sp>
    </p:spTree>
    <p:extLst>
      <p:ext uri="{BB962C8B-B14F-4D97-AF65-F5344CB8AC3E}">
        <p14:creationId xmlns:p14="http://schemas.microsoft.com/office/powerpoint/2010/main" val="4319657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823C8-F17E-4BDA-8E6B-21DD7CFD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612E5-14BE-49C1-9BF3-23565C74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0BD03-7BA0-4FA3-B36F-FFF257E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F238C-43B0-4846-A9D2-DC09F49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4F7AA-381C-4C91-906F-B3D75A42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1326D9-0862-4197-8340-43611F4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6A4EC7-771C-461F-BB10-90C5C05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P0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D0403-0EDF-4996-914B-7319B08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P0 证明了“漂移适配”不是锦上添花，而是错误率主因。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93BF4-6F7D-4F2B-8029-1FB5DBB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096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DEC51-D22B-414B-ABE4-A354DBF3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AFA81-4CEC-48C6-9749-5CF8B602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1008"/>
            <a:ext cx="1219200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F1426-E39F-44A5-8437-40B771C3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64308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F3924-49B8-4C99-87D6-64420E0D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linear_low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6EEA1-090D-4A2A-9E01-AF75945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2339"/>
            <a:ext cx="1219200" cy="1554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E2461-F623-43D3-B7EF-F44D044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5639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E4785-9A2C-4E1E-8864-B454D74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step_mid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FA6B3-3DCC-4C7F-B1DA-BFBD92B5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8247"/>
            <a:ext cx="1219200" cy="15289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9E594-D71E-4933-8D07-6F1A03D0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1547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6383B-161B-4AEC-8CBD-F80547D0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00642-2EA8-4ED1-9DB0-03E104F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56916"/>
            <a:ext cx="1219200" cy="15102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59BA2-F365-4B27-8026-D47E9E6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0216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0.396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E5FCD-FFF9-4267-83A9-7378FB56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random_walk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728A7-FA83-4578-8FB7-543F45D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full_qec 与 simplified 的 LER gap 在四类漂移下都约为 0.40。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558E6-6D0C-490E-8902-DCCE3B2C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2766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26936-5C32-4221-A44F-EC094AD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AAF4C-6496-47BB-BF1E-9CCE1F4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scenario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C9F22-D020-4CE0-9ADF-80C1979B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50E9A-6A77-42A0-B4CC-365F31AD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336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ADC53-CE5D-40A3-AD09-2AAA84D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E3ED7-6CA5-4ACD-93CC-72C8FFAE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simp.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69DF9C-1F60-418D-9707-E66C2B9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B7FEC-1153-48CC-8B39-CE6EE2A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3367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824D74-954A-4124-AA4D-D32F063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9CDD7F-2D7F-4D89-9044-6A7F538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D47D7-93D9-4B08-9ADB-4A71CD10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27A3A-607C-44CB-9C88-F22C9518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3367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D7F35-75AE-4A8F-B213-04E600D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323439-5D7B-4F6C-B9BE-B24CCF9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step_mid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1CA77B-B936-41FC-8694-B7B9F72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670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FBB068-49C2-4895-9BB5-07B5EBD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337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0.4267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A07A3-42B6-4E1D-8EB7-54EF7FD4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CBD0C6-3690-4325-82B7-73D704FC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337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0.0186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1A1708-688D-45DF-8581-695C773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D4201E-EC69-48D3-BDFE-25C68D8D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3377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4ECC29-04BB-4DB6-9D0C-2254D1F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AE88D0-BCB2-4BAB-9BDA-678BC94F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3377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0.4253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F60A0B-B65F-421A-90FE-D8FB3E9B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2D5279-305E-4C31-8137-8EB1CE88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3377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0.0241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973CAC-8442-410E-83FD-539EDFFB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C453F7-0D08-45E7-8AF4-AEC191D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random_walk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CE573A-7215-4F37-8379-3C7BEC8E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9E6E36-EFCC-4901-89D0-503AFE88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338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0.4120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29574C-452B-4C0B-8CE0-590672F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671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A1EFD3-A6D1-4E1F-8850-8D9BD25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33825"/>
            <a:ext cx="628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0.0157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261FF3-8C39-4908-9356-0EBCFD0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67350"/>
            <a:ext cx="767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FE8548-B39A-4EC7-9874-C21F422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00700"/>
            <a:ext cx="7372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EB491F-D300-44EE-B9DE-9F700C7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05500"/>
            <a:ext cx="7372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固定参数链路在漂移场景下明显失配；后续 P1-P4 都是在回答“如何实时、可部署地更新参数”。</a:t>
            </a:r>
          </a:p>
        </p:txBody>
      </p:sp>
    </p:spTree>
    <p:extLst>
      <p:ext uri="{BB962C8B-B14F-4D97-AF65-F5344CB8AC3E}">
        <p14:creationId xmlns:p14="http://schemas.microsoft.com/office/powerpoint/2010/main" val="5063530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DCC8A-BD66-4211-A076-E60DFA3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D756A-971B-4B94-B496-9103366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64F51-0251-4939-A7D8-E04C521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7EC83-9059-4C80-AAE4-09B5685B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F5C41-B673-4A0A-91B8-BF8B4568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E5EC15-6451-4E17-B259-A0B6C4C8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68A3A5-F2A4-4A93-927E-56FDD87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P1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F9C83-7827-419F-805E-360E2CB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P1 证明 Tiny-CNN 能学习漂移参数，并且 int8 量化损失很小。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55344-20F5-4564-AEC0-88B9E87A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C29CC-417A-463D-9F3E-24D1B7D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0.994352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B5781-E3E3-43D4-A249-3D4AFC7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float R2_mean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FE87A-23F9-43B1-A083-9CC204B1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MSE 0.293336 / MAE 0.220503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A25DD-F970-4539-8E65-92566D9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FA93E-A997-431E-BEB5-DBE2322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33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0.994212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E2897-DE6D-4DDE-902D-9ECF6AF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66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int8 R2_mean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12E65-0867-45B2-A346-DD8A6CA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383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MSE 0.297742 / MAE 0.221944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4C3A1-A44E-447C-80B4-264EB6F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42F7-2A9B-4E15-B215-B0D11BB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0.984862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683B2-342E-4F65-BEF2-528F53B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669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theta 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FC103-2D32-4155-8EE4-70D61C5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最难维度仍保持高相关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AD2B4-8BC4-4975-930B-A9B83E8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4953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AFAE8-D7EF-4F1D-9D7C-72E3E32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37142-AACA-4AC2-94D7-ADCAE51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29025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83372-ED69-4854-B530-6C4E58A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623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0AA22-39FB-401E-848A-40ED66C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290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CEF84-85FD-4DD3-A80E-F3FDE43D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EC17B-01FD-4443-BF19-8F90D54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290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6166C-6407-4632-AC96-631C40E3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DD477-A963-4F8F-816E-9734079D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R2_mean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7869C-F651-4747-B0BF-0342D5C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8729A-0068-4146-876D-7847524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48125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C1C78C-B52D-4093-99C7-10F56AB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814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BBD92-7245-49EF-A389-BAAC635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0.293336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37DB1-7181-40A6-9FBE-C2795E46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814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0E1DC-27BD-4760-99E1-89D5A941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48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0.220503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A6CD59-F86B-4BAD-A112-7F741C9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693D6F-A3E1-46FD-B008-7AFF681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0.994352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579E2-9278-46F8-8AA2-881618E4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48D78-6867-41DB-90F3-8B7EFAB0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int8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EF36CF-341D-4D6D-8CC6-C2347AE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005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CB80BC-ECEA-4D71-BB62-6782CEE3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672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0.297742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959D86-CD13-4550-B531-178F168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005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C23FF-BFD1-4A15-A1FA-D4F77AB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672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0.221944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A69BE2-B228-412B-A079-BA9FC15E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AAE2A0-1A2B-4204-B124-9254D56F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672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0.994212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2BFD70-154E-43AE-A07D-393BD1E9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量化后 R2_mean 只下降约 0.00014，为后续 FPGA/边缘部署保留空间。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AEFDC6-8973-4878-A839-035E4F93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3905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EBBB05-BF8A-4C1E-B60E-EC534AC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70DAEE-5640-42C6-9AFE-629B676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9149"/>
            <a:ext cx="695325" cy="7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CB5D53-8845-460B-8FDB-43EA8C0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92449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0.998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39D0AE-C897-4228-B397-72174C56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80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sigma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C6E877-2A70-4224-A65A-FB6185C0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1676"/>
            <a:ext cx="695325" cy="747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F4EC48-B5D0-4559-8318-F486977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4976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0.996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EFF110-835D-4835-8B56-59F5D72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43450"/>
            <a:ext cx="80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mu_q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A281FB-CC62-4BCB-9677-F214FB7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0718"/>
            <a:ext cx="695325" cy="788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C0B7E1-D63C-4B33-9075-C91B55F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74018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0.998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3A5763-701E-4140-A3DF-0B1BC0AF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80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mu_p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7F1FE7-EA7C-44E2-BB2C-7E51EC9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19229"/>
            <a:ext cx="695325" cy="509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2D4981-E3AF-4FB1-A2BE-83AED5D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52529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0.985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048232-418D-4D16-B605-CFB3C528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743450"/>
            <a:ext cx="80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theta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874F1E-EA01-48CA-A7AC-6FC6A2A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分维度 R2：theta 是后续重点优化项。</a:t>
            </a:r>
          </a:p>
        </p:txBody>
      </p:sp>
    </p:spTree>
    <p:extLst>
      <p:ext uri="{BB962C8B-B14F-4D97-AF65-F5344CB8AC3E}">
        <p14:creationId xmlns:p14="http://schemas.microsoft.com/office/powerpoint/2010/main" val="14098996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5F167-7B3F-4C65-ACEE-9E5F54D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72738-F78C-4730-84E4-2E4FD9D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DABF3-AF4A-411B-9E43-33FD281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60578-1757-4416-8D05-88307661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839A-E7FD-4820-AE7F-7D97432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6880FE-7C80-455E-ADFA-A9ED651E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66C79E-793F-43C3-92DD-046301BA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P2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8D0BE-558E-45D9-B6BB-C71C31C3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P2 把模型输出接入参数银行，验证了行为级硬件一致性。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A7630-D1A3-4391-A7B5-D7175D6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47ACF-5F30-46FF-A004-D3CCD05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9C1E-3A39-4E60-8374-E62FA0F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90171-4D44-4677-9F0C-210E0EBD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8285F-DC00-469B-B572-17DD7FE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193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fixed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64446-A1B0-43E5-8C66-22568DE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42C46-1B0A-44D6-9537-EA013248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193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oracle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349E4-8404-472F-9224-7F5A18C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95BBC-78DB-4306-A368-4BD62098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193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2EF2A-9BD9-44E8-ABB0-94A669A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FC443-D6A7-4B02-BA47-CE01D3E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int8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EE3B4-EA99-4455-B68A-765EC3A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8CBE1-ED71-4381-8275-A3A0B5C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C6AB6-1B06-41B3-9ED9-E45180D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2F994-B7E0-4464-85BD-497344FA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0.8161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6D758-CD39-44D2-BB80-AB22856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8E863-2EB1-40E1-875A-6E5BFFC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574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0.7642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0BE5BA-FDAD-4109-B5E1-77C8A3E2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D3691-F5FB-43F8-A51A-0C5C832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574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0.6962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D31D8-C0DB-4F71-A513-DD935FC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908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BC5B5-D9A2-456A-8907-C24BAD2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574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0.7014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8ADF7-3292-47D4-BCF8-C382C56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9A8EA-2007-4EF6-A9FE-BC5077CA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step_large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1EF36-7D0B-4F67-99C4-BCEA739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710B4-D499-4B5B-A009-B7C90E72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0.9378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3D613-1B15-41A5-A119-B82B5D8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5F5999-5DE0-499A-838D-CFA28F8B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0.9267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17AC0-F0E6-421C-8B26-6C57FD31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E5076-1B44-420E-83A9-1C020B19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0.7319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D5E58-D991-4EA5-BD95-D9950F0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14925-2556-4399-B46E-3D346779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956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0.7321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9746B-EBE9-41CE-BBA2-AE74C30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2E3460-C6FA-499F-AD11-F5D3BB5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CB1354-01A7-42CF-A379-D8BC6669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671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96BE85-F205-4562-BCBA-77C1AD49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337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1.0190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A66CC4-EEE4-40B2-B766-56A5671B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671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226B70-2075-45F1-9277-5132865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1.0206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464070-6E04-4BCD-8436-472FF8A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997737-7BEA-4BD1-A14B-D6DDE61B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337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0.7593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5B5DF3-36FD-413D-A72F-4A8212B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01148-46A2-4952-A6AC-12B2473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3377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0.7619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42FDEE-21BA-4052-B776-719B5EAF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model_artifact / int8_artifact 均优于 fixed_baseline，且 float 与 int8 的闭环表现接近。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4E8204-2589-4AB6-AEA8-DBAA8D57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381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4786AF-1D22-4DE7-BB90-11ED5F9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4B9488-FAA2-4461-8E48-172AF08F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14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7.0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C94FEB-5496-435B-8781-9ADF918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commit_count_mean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EAF73-5539-45F7-8763-149E6CC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参数银行按窗口提交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928817-36F6-4E1D-A9E4-B156F82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5F713F-1F19-4E9A-A620-02C21D0C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8267D5-1A74-4F5D-A366-80D8EAE3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194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fast/slow violations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FAC569-07D5-4196-9FC3-4B1AAF9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909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预算违例率为 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87AB63-9694-43AE-89BD-414B6591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57800"/>
            <a:ext cx="767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7957A3-F50C-4B61-B506-08BE707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7372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8DA5F7-2D15-4A42-B3A3-617AB946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95950"/>
            <a:ext cx="737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这一阶段不只是看 LER，还确认了 slow update、stage/commit、active bank 的时序语义能在仿真链路中闭合。</a:t>
            </a:r>
          </a:p>
        </p:txBody>
      </p:sp>
    </p:spTree>
    <p:extLst>
      <p:ext uri="{BB962C8B-B14F-4D97-AF65-F5344CB8AC3E}">
        <p14:creationId xmlns:p14="http://schemas.microsoft.com/office/powerpoint/2010/main" val="3883841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3AF3A-0262-43B9-A0A4-DCF0396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D5970-081D-41A9-882E-A37F539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E0F81-8A25-48DB-9348-903A434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FEAFF-C143-466C-9634-251C0D6F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5B506-BE66-441A-8ECF-D253703F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37511F-5306-42CA-A3BA-611236D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DF76A0-7158-40C3-81CF-B6DE70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P3 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703A1-2EA7-4965-97C0-3BEFE64A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P3 当前可信结论：软件 HIL recovery path 已恢复，但真板仍未完成。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7304E-4E48-4A67-9CA0-495B62D6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7C322-4ECA-4700-B29F-9380F23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恢复路径配置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3FD24-11E7-4926-92A7-7ED4044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60B5C-CC3D-4FF6-BFEE-8AC5739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A4F07-135F-4AD4-92D3-B4268996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F6F1A-5161-43E2-B693-D64108E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860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FDAF8-518F-4A37-A394-1BE0AFB3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BE44A-E729-430E-9A87-4F98A344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47975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62768-D469-4942-8392-4CB49CC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079E2-7403-4D0A-AF41-6DB8770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479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A7664-337A-43B3-BEDE-CC5532F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36329-E80E-4506-97EB-2E31E47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slow-loop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D407E-12A9-4DDF-820D-753A4CE8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38B6C-0653-4CBF-AADD-89257738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099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model_artifact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97CA7-487B-46C2-82B3-C6DC3E45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98FAB-0598-4670-874C-9E57D4C2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71875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2825D-BF59-4843-9B32-B402AFD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4BE60-99E8-4A90-A176-78AEBB7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artifact_npz / inproc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194DE-CAFB-4C5A-8ED8-F8061D4C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C2508-06FD-44F8-9258-6A5F1B7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artifact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2319F-2D21-40B8-8792-669D066A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671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39211-191E-41F5-BE2E-BF3C2D2B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338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static_theta_v2 .npz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E5E0A-A673-48B5-B29E-FF18EF2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41910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15307-3BAE-4B64-90BC-AF3622B3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BAF2E-7387-4868-8B86-52DB438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7E352-FB91-468B-9C7A-8B4353B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windows / commits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2C8BDD-95C3-4936-B8F4-688B388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n_windows_ready = 2; commits =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AFEA2E-D608-4269-BEAF-C9D7BD8F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C7CC68-CD09-4A6B-9935-4226D0F1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0.454375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CD7B1-328C-4AF0-A9DE-26F271D7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956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final_ler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EAFBCD-00BB-458B-AD42-29A2884D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671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T12 deterministic recovery smoke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7F362F-7011-4A87-AD5C-3CE89B44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099CE7-E5D7-40E2-B69E-4359CD19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0.002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1C7F7-F6FA-4F91-9D8D-0EBBAA3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overflow_rate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DC55E6-FEC7-4EE9-94F3-B826EA7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软件闭环边界下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9724B9-6A0A-45B7-9A51-2605D791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37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1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4E871-D2DA-4AB1-B388-F54AEC2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必须保留的边界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CA3FE8-0431-4BBA-8362-703D805E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596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这不是 real_board HIL 完成态；也不是 .tflite runtime 恢复证据。T12 只证明 mock-backed software HIL 的确定性与恢复链路。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0A8BE2-7D48-49CE-8C1C-F325842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150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72067A-1F82-4F4E-8C87-19FE2AD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48350"/>
            <a:ext cx="721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讲法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9239CD-8A47-4882-8C1D-390C84E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53150"/>
            <a:ext cx="721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P3 的价值是“链路语义恢复”，不是“硬件部署完成”。这会让后续 T20 真板 readiness 更可信。</a:t>
            </a:r>
          </a:p>
        </p:txBody>
      </p:sp>
    </p:spTree>
    <p:extLst>
      <p:ext uri="{BB962C8B-B14F-4D97-AF65-F5344CB8AC3E}">
        <p14:creationId xmlns:p14="http://schemas.microsoft.com/office/powerpoint/2010/main" val="566089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025367-72D9-44ED-9BA2-2F74BAF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77CE-2994-431E-B36E-0BB80EB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602B3-730B-4AF0-A7E7-80FCA280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A5697-8B4A-413E-B426-0D05145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26DA3-86A5-4865-9ACB-F4365682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810375-EADC-4506-850A-2B54D5F8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37C9C7-24A4-4026-A5F8-5B8D2D72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P4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83350-B637-4297-8189-CE0F000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P4 的主线结果指向 Hybrid Residual-B，但当前仍在补强证据边界。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DA0DD-8503-42B6-9D74-40E67E9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3149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1A040-7372-4F83-9145-DEFCF2C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50272-7478-487E-9DA6-23804FE7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3710"/>
            <a:ext cx="792480" cy="424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F25D8-4A21-4EF5-9329-6C707460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7010"/>
            <a:ext cx="8686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0.798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D4CBA-96F8-4589-9B3A-872A831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0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203AC-4EBD-4DA3-89F2-8C1CDF4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80" y="3158458"/>
            <a:ext cx="792480" cy="880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BD9DC-4FF1-4BD7-8521-019300E7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891758"/>
            <a:ext cx="8686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CD36A-7893-47A4-BE23-020AB29E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630" y="4152900"/>
            <a:ext cx="90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UKF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815E2-EFB8-4993-ACC2-8FB454F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2978948"/>
            <a:ext cx="792480" cy="1059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14801-8968-4999-8305-863C5CB8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712248"/>
            <a:ext cx="8686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EB602-E36C-4C88-9E51-5E82DB16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152900"/>
            <a:ext cx="90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Const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Residual-Mu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9EC71-1F7D-45E9-BC81-40842A7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40" y="2928212"/>
            <a:ext cx="792480" cy="1110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0F083-DA13-4717-9A89-68CF48A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40" y="2661512"/>
            <a:ext cx="8686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009B2-9E56-4E06-B3CA-B290449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390" y="4152900"/>
            <a:ext cx="90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RLS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80437-5ECF-48CB-A693-F0C4EF0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2917528"/>
            <a:ext cx="792480" cy="11210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11706-FF81-4403-93D4-5558DE7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50828"/>
            <a:ext cx="8686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60190-BC87-4856-852E-5E38B309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4152900"/>
            <a:ext cx="90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EKF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A09EC-1E3B-4386-B36B-EC32CA4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历史正式结果：Hybrid Residual-B 相比 UKF 的 LER gap 为 0.019642。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D3F82-A30E-4887-A0F9-E0792B9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37528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62CEB-9481-4A29-95F2-D4AD540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3A185-44DE-4746-8F0D-68FC50F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7647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证据层级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E26D28-18C3-4922-BEDD-7EA3AC0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07553-A183-4295-97AB-CB0B7C3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当前含义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5CBEA-2D3A-4422-8327-D814D334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05C72E-562D-468D-B9F9-8FA29199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7652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historical formal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82D58-44A4-4A78-9ADB-0F09E749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B5077-AA42-4A73-A03C-67C1FFEE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可讲主线结果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57859-D006-4F28-8679-5C2A2DDB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350CB2-9EC9-4FD5-86DD-2305C5C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7657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recovery smoke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C4A954-FB13-40E4-A3D7-E4994B1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5D86EA-9247-4587-9E7E-3D6AEC32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恢复链路可运行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01D7A5-C863-4732-814E-A0C6B363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CA9853-D652-4D46-A055-DE1866B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T15 bounded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8E3811-971A-429C-9B76-77142AA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5ABC36-092A-4BA0-98E8-25C78BD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Phase 2 补证任务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A2B21E-4DE3-4556-B0A5-B74E67B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4EA8ED-C584-484A-A4B0-DFBBFDA6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7667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formal reopen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4FECBF-2E0D-4C07-8AD4-E9CD4E2E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172943-A906-42D6-96D8-A2A9AB54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需 T16 后再决定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5B021D-EEDE-4EBF-9066-6CC106B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89AD9F-ACCC-4581-9C7C-F98395E9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43550"/>
            <a:ext cx="779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关键口径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75E686-A9D5-4C6D-93D5-A36A84BD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779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T15 是 multi-scenario frozen baseline bounded smoke，用来硬化证据；不能提前写成正式 benchmark 已恢复。</a:t>
            </a:r>
          </a:p>
        </p:txBody>
      </p:sp>
    </p:spTree>
    <p:extLst>
      <p:ext uri="{BB962C8B-B14F-4D97-AF65-F5344CB8AC3E}">
        <p14:creationId xmlns:p14="http://schemas.microsoft.com/office/powerpoint/2010/main" val="279253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919EC-7CD7-4310-98CF-54BC301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02902-27FE-4FBE-A584-B6E9675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0B19-28C5-4C84-B149-457DE29A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DE0CA-2FF3-4440-A967-FC1C0FD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3AD0-FB15-467D-8B13-21F7DC2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14C7A6-EA39-4C58-892E-221B9F9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EB16C2-C56D-4748-A4DA-578343C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METHOD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BA440-47F3-4141-9762-3528896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后续论文可以把贡献收束到 teacher-guided residual adaptive decoding。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324E3-6F8E-4571-8B4B-EE6BEFF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A5970-477D-4ECD-8B37-802F023A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classical teacher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85ECB-42B3-4CEC-9B81-3CAB214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WV / UKF /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AE9AE-B097-49F4-8B2C-A251E6C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145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50F6F-5F99-4329-8B22-5A42DC2D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CNN residual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D426D-E575-4BCE-BBF3-F149D971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28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learn residual-b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D21D4-71F3-4E9F-B916-E0804F2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AC8D3-2BDE-4313-AD8F-DA75785C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ParamMapper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8052A-437D-48C5-9710-DF2791B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K,b with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5CAF8-830F-4577-B711-FE788709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E289D-8EB1-4DF1-B20A-89E1906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HIL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3BAD9-DE29-4CC8-B5CF-8850593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commit / overflow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E4378-C81C-44FF-AFCE-AFDBE42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26E8A-236B-4428-90A8-11FCC55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5270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E48F1-DAFF-4B15-A2E1-9DD4C98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D78A3-7616-4BA7-B220-1509ECE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4152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9427E-4C05-4CFA-8E74-C1ED47F0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22117-F881-4660-BB33-B8D9BA4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529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0.618195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F98FA-F8EA-4613-9CB7-F0FF9CE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862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Gated v5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2FDEE-7A77-4103-A06C-5673967C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577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teacher-representation branch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B849D-5E92-455C-B539-F0B5996D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23A8E-6216-4C9A-89EF-E5A7185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529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-0.140634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01FCE2-83A0-4480-BE08-A0CFA82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862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gap vs Full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4F8DE-E147-4638-B37F-126D822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paired evidence, 9/12 wins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C0E43-1FB0-4864-A011-F188558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3733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C2D034-D85E-410D-BE25-DDB30FC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解释方式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A7913-3A44-4A24-844A-693EEA3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不是把 teacher 全量广播给 CNN，而是提取少量与 b 残差相关的稳定信号，降低部署负担。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E94BB-095E-4649-94B7-B12ABA4F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7620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A61CC0-3236-421B-8880-44CFD6C2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731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论文角度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F8FDF3-6306-4CCB-9673-62AAE56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000750"/>
            <a:ext cx="731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方法贡献可以写成“物理教师 + 轻量 CNN 残差 + 硬件一致参数提交”的闭环协同。</a:t>
            </a:r>
          </a:p>
        </p:txBody>
      </p:sp>
    </p:spTree>
    <p:extLst>
      <p:ext uri="{BB962C8B-B14F-4D97-AF65-F5344CB8AC3E}">
        <p14:creationId xmlns:p14="http://schemas.microsoft.com/office/powerpoint/2010/main" val="13686322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53B05D-81C7-482F-AB21-50F47BE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A1ECC-B373-4391-B6C4-D3AEF51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E9F0-A8DD-432D-B047-0A7AB6A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A4B69-3DE4-4217-ADEC-BE1D334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8B4C-FC85-48FB-A766-2741440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E9C6A04-8EFF-4776-B35A-748AFA5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11909A-4013-48B2-9E63-C2A761B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CURRENT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4CB0C-B440-483B-AE96-263EDD0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Phase 2 的目标是把恢复证据推进到更硬的 benchmark 边界证据。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66410-062D-48D9-A5E2-D6C6BCF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40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0C197-2BC0-4170-B646-0596D7DD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T14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9B2AB-8250-48FD-A38E-B77972A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protocol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AFF3B-61AB-4D8E-B6B4-6DC8F29C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7E74B-D1F6-424A-A1E8-BCC12EBD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193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A226D-17A6-47E4-9A02-2EB2089E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140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E74FE-B777-4CC2-B261-70F28F2A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T15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C36EB-5E86-4CC1-AE24-D4AD2140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28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bounded smoke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BDEC8-7B99-421E-85EF-390A5D9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31052-58D0-4639-8272-BCF1E03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193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CCA57-7A17-4551-B18C-7884DB76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140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6565E-8712-4D54-B8BF-854D6B70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T16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3D132-19F1-4A94-8B50-3EF5205C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evidence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DCA7A-7D64-4C60-B5B7-0CFA1C72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B8EB4-49B4-4B2A-8511-CF92156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D774F-2033-47CF-A8CC-B583DB96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140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0D5C1-1F66-44C2-9296-CF38089B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T17/18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102B4-BF07-417A-9A9A-A436308E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manifest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456B1-6931-4708-AA6F-AF1C9DF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64B4C-E5EB-44B5-8225-B3AD30C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193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E13A3-66FC-4679-8BF8-FA6EC7F5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140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CE88F-5A97-4255-9F30-3175CCF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T20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02C6C-C4C3-4533-96DE-B9F0C3CB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real-board readiness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AD431-E870-4EFE-9E37-D962346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later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F64A3-1988-4886-A606-A84536F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4362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D71CB-7BA7-4A33-BA4C-5FB1F5C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T15 bounded matrix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B04746-0703-4C6E-A161-3102ACA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A76DFC-8D80-425E-8DE1-B6647E1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910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6BA669-A481-4530-A82B-AD0D96BF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DDB3D-3638-4856-BB4D-D10B5C2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910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设置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B9F6A-19F5-4EB7-B783-05320B14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0FCA8D-A732-400C-BF46-351FC1FF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577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scenarios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5F39A6-434F-40D4-B50C-CA22235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91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00910C-B380-4777-96A3-0BC7452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77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static_bias_theta, linear_ramp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6D956B-C052-4E0C-9B37-4E0C8404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E32470-D6F1-4501-B539-17C5B0A9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35EF15-BD55-46DE-8499-DF405240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C58239-22BC-44DD-85A6-9A2490D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EKF / UKF / residual baselines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EE0EC0-0163-4A50-8CBD-AB1B096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8228F9-31C4-4683-96B3-AEE592A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911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repeats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E8F11-8A8A-4DC0-9351-2968E49D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D5E179-0C58-4B6B-BFDD-886E7F52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2, paired seeds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9D5198-A4E0-45DA-9AAE-8DE634AC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3676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1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B403C7-1BB1-49C7-9C3E-13D5E93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Forbidden claims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67109B-6BC3-42D0-A649-72F6B156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63AC84-3744-4752-8AA5-01215A1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00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not formal benchmark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5E497A-F3F4-4944-A6EC-39AA8FE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A69EBC-90C9-41D0-8036-CB0B2CD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91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not real_board HIL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17E542-9BA1-4139-9EB6-86AE9CC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3D7DE7-0AB0-4E53-8141-F6AB9B6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339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not .tflite runtime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8E62E5-4E44-49C6-A096-1E777BA0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T16 决定是否进入更正式的证据 gate；T17/T18/T20 分别补训练、TFLite、真板 readiness。</a:t>
            </a:r>
          </a:p>
        </p:txBody>
      </p:sp>
    </p:spTree>
    <p:extLst>
      <p:ext uri="{BB962C8B-B14F-4D97-AF65-F5344CB8AC3E}">
        <p14:creationId xmlns:p14="http://schemas.microsoft.com/office/powerpoint/2010/main" val="5215625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543CD-5534-487D-A634-1A07DC8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42572-2257-42E6-B2BD-E361693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795E3-EEEF-46AF-96CE-77DA39C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4418B-A9EA-4A21-80DE-5EB7CDA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9F294-6EEA-49D2-A0D0-32348EE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43E66C-C57C-485C-B7D9-07E604D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6D2EB2-3CB2-46A4-9240-037891E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PAPER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599C0-A17E-4B3A-8F98-3C63D5AA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论文路线建议：先讲系统问题，再讲受约束的自适应方法。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EEB83-E121-43A6-823A-DADB0754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120E6-0393-4BA1-B02A-6A60E55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Contribution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A222F-1BB6-4DEF-B95D-971DBB5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2247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漂移驱动的 GKP 译码问题建模；P0 给出固定译码器失配证据。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62AE9-339A-4510-AE26-BD210A7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图表：P0 gap + 漂移变量示意。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B117B-08EB-49F5-BA2F-2AA7849F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93194-21D8-42A2-A0F9-41EB763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57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Contribution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DC1F8-CC12-4261-BEF1-87EDC1A7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266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teacher-guided residual-b：让 CNN 学可解释的参数残差，而不是接管快回路。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917E2-FB1B-40B1-B240-E47F0485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图表：Tiny-CNN + ParamMapper + teacher branch。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86DE-E2FA-4D37-AF07-A94F757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614E2-BAA8-4151-BFD5-CE4A736D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57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Contribution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9CBC1-2A2A-404D-904D-3624C324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266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硬件一致闭环：参数银行、commit、溢出监测、HIL wrapper 与 benchmark 口径。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A94A2-88B5-440E-8B64-C87131F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图表：fast/slow loop 与 P2/P3/P4 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1D91A-3AC9-4456-9053-0A1167F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8724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1A1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E8AFB-CF40-4F57-864C-9A888750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EA57B-2F19-4CAC-9863-29E2CCE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76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09E2F-1325-4738-8569-B0166C7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29F0D-44CD-4067-B3C5-D2D554DB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76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量子工程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06E74-5C9E-4B59-8A95-1EE26D78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10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E0672-ABED-4A8D-9626-F525D0FD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76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FPGA/EDA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46B220-1376-4F40-BAFC-0A5D298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CFF03-6A6A-4A85-A24F-8E28FA6A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76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6F43D-8FCA-4574-B0B0-031BBFE1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EAF23-EB5C-4AA5-A2D7-C24A619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435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A71F3-2DDB-4553-87C1-32A33B7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76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9020D-299D-4D01-A3C0-7B99572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435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QCE / TQE / EPJ QT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3A238-7863-409A-9A51-B2A86FA5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76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083C5F-8BBE-40FF-94ED-834C231B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435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FCCM / FPGA / 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FE475-DCD5-48C9-AC5A-C45CA05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6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C504D-DDC2-4660-B584-17DC93AB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435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QST / npj QI</a:t>
            </a:r>
          </a:p>
        </p:txBody>
      </p:sp>
    </p:spTree>
    <p:extLst>
      <p:ext uri="{BB962C8B-B14F-4D97-AF65-F5344CB8AC3E}">
        <p14:creationId xmlns:p14="http://schemas.microsoft.com/office/powerpoint/2010/main" val="18031824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6C96D-5176-4F27-A903-C2CB68BF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22219-818E-4DEA-AD76-CDAB0FE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2DCD3-9312-464A-8FD1-3F979B70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09286-1CAF-4F32-9F25-87CE5886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2C293-31E2-4F86-BDCD-0D60BB58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954628-1DEB-4B85-934D-896FEC8B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395DEA-E5E7-4F76-A9F4-87EA1AF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0CD68-BD74-431D-A3CB-83FEC22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52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下一步不是扩大叙事，而是把证据边界逐项补齐。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DE413-E389-46F9-B495-C7CC8D9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933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13F35-4160-494D-8E30-27E6052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已可稳健汇报的成果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E0E6E-C22C-433C-8189-FAF745F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67D31-94D5-4F2C-B7DB-90383877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~0.40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EEE9A-30EF-40AD-870F-6718E34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P0 LER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A23DD-28D7-4A1B-8728-4D4B46D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漂移问题成立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E8143-B659-4759-9870-578BD32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23359-C181-4A82-9244-9D4A1E7D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552AF-DF90-414F-872E-13C30EE9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P1 R2_mean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8C975-B185-4AF2-8713-EB08D2F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Tiny-CNN 可学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BE2B4-E74C-4C7A-8B9B-F28136C9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261E6-85EF-468B-B3D5-78CB991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147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7.0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4BA39-9835-4ACA-A197-ADF54BD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480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P2 commits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54574-1C83-4332-B31C-605E92BA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95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无 fast/slow 违例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52121-EA39-46BA-8CB1-AE3ECEC9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171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D16AD-827C-4EB6-BCF4-85085B3E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后续改进清单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602E4-9934-4D66-A409-68A7DA64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97051-2AA1-4E81-8722-D859CBD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6697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方向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E4C8A-61EE-4BD4-9804-9C09965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833F4-B6B5-488E-B909-4B23DE5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6697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D47C8-4AEC-4490-BE51-C53EDA1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AC62C-4539-45FB-8175-74658534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289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T15/T16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9F4CD-48E9-4D26-BFCA-AF94632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1C2B4-40C6-432B-A09C-804AE3C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2892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P4 bounded evidence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89777-CA89-48E0-BACC-4B049EF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95E4B-E8BB-4E53-9B46-C1BE9DD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4F51A-D8C6-4852-9108-D52293C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89ECC-BEAF-432F-A5D4-5C8BF4D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9087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训练链独立 manifest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7DA2A9-B85C-4BD7-BE62-8EFD7AF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79062-772C-4E9D-A5CC-16043AA0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5282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A126D-DBA4-4B40-A2BA-9191F0B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65C208-B637-4E44-B66E-6D5B425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.tflite runtime 边界 smoke plan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A9A0C-4341-4A97-84F7-F3C2112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3506A2-1324-4E8B-99ED-5F70247B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E20FCA-6297-4945-8BC8-569FB928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48100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EE169B-8CC3-4083-B332-25BDC10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1477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真板 HIL readiness checklist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3BD0EB-7D54-4970-B19D-5F93EC91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0C5A31-DE8C-4D35-96F9-A2EE151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53050"/>
            <a:ext cx="769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最终收束句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FCD356-5C9C-442C-B3FD-0D3E0260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7696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项目已经从“证明漂移存在”推进到“有边界的 CNN-FPGA 自适应闭环”；下一阶段要把 benchmark、TFLite、真板 readiness 三条证据线补硬。</a:t>
            </a:r>
          </a:p>
        </p:txBody>
      </p:sp>
    </p:spTree>
    <p:extLst>
      <p:ext uri="{BB962C8B-B14F-4D97-AF65-F5344CB8AC3E}">
        <p14:creationId xmlns:p14="http://schemas.microsoft.com/office/powerpoint/2010/main" val="1158536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2026-05-09T03:42:48.3140000Z</dcterms:created>
  <dcterms:modified xsi:type="dcterms:W3CDTF">2026-05-09T03:42:48.3140000Z</dcterms:modified>
</coreProperties>
</file>