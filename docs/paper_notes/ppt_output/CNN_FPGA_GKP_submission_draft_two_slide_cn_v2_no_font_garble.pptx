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1_v2_no_font_gar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2_v2_no_font_gar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55" y="875030"/>
            <a:ext cx="4188460" cy="2205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秦cy</cp:lastModifiedBy>
  <cp:revision>2</cp:revision>
  <dcterms:created xsi:type="dcterms:W3CDTF">2013-01-27T09:14:00Z</dcterms:created>
  <dcterms:modified xsi:type="dcterms:W3CDTF">2026-07-03T09:39:44Z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7A65F9F7A60D4D58B08B85F0C4073A5C_12</vt:lpwstr>
  </property>
</Properties>
</file>